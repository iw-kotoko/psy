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60" r:id="rId6"/>
    <p:sldId id="261" r:id="rId7"/>
    <p:sldId id="264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1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0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image" Target="file:///C:\Users\1V994W2\PycharmProjects\PPT_Background_Generation/pic_temp/pic_half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8.xml"/><Relationship Id="rId4" Type="http://schemas.openxmlformats.org/officeDocument/2006/relationships/image" Target="file:///C:\Users\1V994W2\PycharmProjects\PPT_Background_Generation/pic_temp/pic_half_to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5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4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33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3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image" Target="file:///C:\Users\1V994W2\Documents\Tencent%20Files\574576071\FileRecv\&#25340;&#35013;&#32032;&#26448;\&#20845;&#21313;\\59\subject_holdleft_71,110,125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2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1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0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9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7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6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8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7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5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1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3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2921000" y="2593975"/>
            <a:ext cx="6350000" cy="1153795"/>
          </a:xfrm>
        </p:spPr>
        <p:txBody>
          <a:bodyPr vert="horz" wrap="square" lIns="90170" tIns="0" rIns="90170" bIns="0" rtlCol="0" anchor="b" anchorCtr="0">
            <a:normAutofit/>
          </a:bodyPr>
          <a:lstStyle>
            <a:lvl1pPr algn="dist">
              <a:defRPr lang="zh-CN" altLang="en-US" sz="7200" b="0" spc="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2921000" y="3798909"/>
            <a:ext cx="6350000" cy="36131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dist"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>
            <p:custDataLst>
              <p:tags r:id="rId10"/>
            </p:custDataLst>
          </p:nvPr>
        </p:nvCxnSpPr>
        <p:spPr>
          <a:xfrm>
            <a:off x="2921000" y="3706881"/>
            <a:ext cx="635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5" hasCustomPrompt="1"/>
            <p:custDataLst>
              <p:tags r:id="rId11"/>
            </p:custDataLst>
          </p:nvPr>
        </p:nvSpPr>
        <p:spPr>
          <a:xfrm>
            <a:off x="3908613" y="4719704"/>
            <a:ext cx="1778000" cy="361950"/>
          </a:xfrm>
        </p:spPr>
        <p:txBody>
          <a:bodyPr/>
          <a:lstStyle>
            <a:lvl1pPr marL="0" indent="0" algn="dist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汇报人姓名</a:t>
            </a:r>
            <a:endParaRPr lang="zh-CN" altLang="en-US" dirty="0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  <p:custDataLst>
              <p:tags r:id="rId12"/>
            </p:custDataLst>
          </p:nvPr>
        </p:nvSpPr>
        <p:spPr>
          <a:xfrm>
            <a:off x="6677211" y="4719704"/>
            <a:ext cx="1778000" cy="361950"/>
          </a:xfrm>
        </p:spPr>
        <p:txBody>
          <a:bodyPr/>
          <a:lstStyle>
            <a:lvl1pPr marL="0" indent="0" algn="dist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2020/01/01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7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5716016"/>
            <a:ext cx="4064000" cy="1141984"/>
          </a:xfrm>
          <a:prstGeom prst="rect">
            <a:avLst/>
          </a:prstGeom>
        </p:spPr>
      </p:pic>
      <p:pic>
        <p:nvPicPr>
          <p:cNvPr id="7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0"/>
            <a:ext cx="4064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3" hasCustomPrompt="1"/>
            <p:custDataLst>
              <p:tags r:id="rId11"/>
            </p:custDataLst>
          </p:nvPr>
        </p:nvSpPr>
        <p:spPr>
          <a:xfrm>
            <a:off x="4702175" y="3729039"/>
            <a:ext cx="4536440" cy="32194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l">
              <a:defRPr kumimoji="0" lang="zh-CN" altLang="en-US" sz="1800" b="0" i="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3" name="Title 2"/>
          <p:cNvSpPr>
            <a:spLocks noGrp="1"/>
          </p:cNvSpPr>
          <p:nvPr>
            <p:ph type="ctrTitle" idx="14" hasCustomPrompt="1"/>
            <p:custDataLst>
              <p:tags r:id="rId12"/>
            </p:custDataLst>
          </p:nvPr>
        </p:nvSpPr>
        <p:spPr>
          <a:xfrm>
            <a:off x="4702175" y="2690178"/>
            <a:ext cx="4536440" cy="83566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kumimoji="0" lang="zh-CN" altLang="en-US" sz="4000" b="0" i="0" spc="4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10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7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7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6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13" hasCustomPrompt="1"/>
            <p:custDataLst>
              <p:tags r:id="rId8"/>
            </p:custDataLst>
          </p:nvPr>
        </p:nvSpPr>
        <p:spPr>
          <a:xfrm>
            <a:off x="3173412" y="2679224"/>
            <a:ext cx="5845176" cy="1499552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lang="zh-CN" altLang="en-US" sz="880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6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4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0196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256032"/>
            <a:ext cx="720090" cy="601968"/>
          </a:xfrm>
          <a:prstGeom prst="rect">
            <a:avLst/>
          </a:prstGeom>
        </p:spPr>
      </p:pic>
      <p:pic>
        <p:nvPicPr>
          <p:cNvPr id="10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6032"/>
            <a:ext cx="720090" cy="6019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6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503572"/>
            <a:ext cx="1620202" cy="135442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3572"/>
            <a:ext cx="1620202" cy="13544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41.xml"/><Relationship Id="rId23" Type="http://schemas.openxmlformats.org/officeDocument/2006/relationships/tags" Target="../tags/tag140.xml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36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3.xml"/><Relationship Id="rId2" Type="http://schemas.openxmlformats.org/officeDocument/2006/relationships/image" Target="../media/image7.jpeg"/><Relationship Id="rId1" Type="http://schemas.openxmlformats.org/officeDocument/2006/relationships/tags" Target="../tags/tag14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50.xml"/><Relationship Id="rId7" Type="http://schemas.openxmlformats.org/officeDocument/2006/relationships/image" Target="../media/image7.jpeg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151.xml"/><Relationship Id="rId1" Type="http://schemas.openxmlformats.org/officeDocument/2006/relationships/tags" Target="../tags/tag14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58.xml"/><Relationship Id="rId7" Type="http://schemas.openxmlformats.org/officeDocument/2006/relationships/image" Target="../media/image7.jpeg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159.xml"/><Relationship Id="rId1" Type="http://schemas.openxmlformats.org/officeDocument/2006/relationships/tags" Target="../tags/tag15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66.xml"/><Relationship Id="rId7" Type="http://schemas.openxmlformats.org/officeDocument/2006/relationships/image" Target="../media/image7.jpeg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73.xml"/><Relationship Id="rId7" Type="http://schemas.openxmlformats.org/officeDocument/2006/relationships/image" Target="../media/image7.jpeg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180.xml"/><Relationship Id="rId7" Type="http://schemas.openxmlformats.org/officeDocument/2006/relationships/image" Target="../media/image7.jpeg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181.xml"/><Relationship Id="rId1" Type="http://schemas.openxmlformats.org/officeDocument/2006/relationships/tags" Target="../tags/tag17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88.xml"/><Relationship Id="rId7" Type="http://schemas.openxmlformats.org/officeDocument/2006/relationships/image" Target="../media/image7.jpeg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189.xml"/><Relationship Id="rId1" Type="http://schemas.openxmlformats.org/officeDocument/2006/relationships/tags" Target="../tags/tag1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499360" y="2681605"/>
            <a:ext cx="74568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/>
              <a:t>REPORT</a:t>
            </a:r>
            <a:endParaRPr lang="en-US" altLang="zh-CN" sz="6000"/>
          </a:p>
        </p:txBody>
      </p:sp>
      <p:sp>
        <p:nvSpPr>
          <p:cNvPr id="13" name="文本框 12"/>
          <p:cNvSpPr txBox="1"/>
          <p:nvPr/>
        </p:nvSpPr>
        <p:spPr>
          <a:xfrm>
            <a:off x="3252470" y="4016375"/>
            <a:ext cx="72637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latin typeface="宋体" panose="02010600030101010101" pitchFamily="2" charset="-122"/>
                <a:ea typeface="宋体" panose="02010600030101010101" pitchFamily="2" charset="-122"/>
                <a:cs typeface="+mn-lt"/>
              </a:rPr>
              <a:t>Algorithm Module</a:t>
            </a:r>
            <a:endParaRPr lang="en-US" altLang="zh-CN" sz="4400">
              <a:latin typeface="宋体" panose="02010600030101010101" pitchFamily="2" charset="-122"/>
              <a:ea typeface="宋体" panose="02010600030101010101" pitchFamily="2" charset="-122"/>
              <a:cs typeface="+mn-lt"/>
            </a:endParaRPr>
          </a:p>
          <a:p>
            <a:r>
              <a:rPr lang="en-US" altLang="zh-CN" sz="4400">
                <a:latin typeface="宋体" panose="02010600030101010101" pitchFamily="2" charset="-122"/>
                <a:ea typeface="宋体" panose="02010600030101010101" pitchFamily="2" charset="-122"/>
                <a:cs typeface="+mn-lt"/>
              </a:rPr>
              <a:t>   from #include”all.h”</a:t>
            </a:r>
            <a:endParaRPr lang="en-US" altLang="zh-CN" sz="4400">
              <a:latin typeface="宋体" panose="02010600030101010101" pitchFamily="2" charset="-122"/>
              <a:ea typeface="宋体" panose="02010600030101010101" pitchFamily="2" charset="-122"/>
              <a:cs typeface="+mn-lt"/>
            </a:endParaRPr>
          </a:p>
        </p:txBody>
      </p:sp>
      <p:pic>
        <p:nvPicPr>
          <p:cNvPr id="14" name="图片 13" descr="校徽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1610" y="99060"/>
            <a:ext cx="1382395" cy="13823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Shape"/>
          <p:cNvSpPr/>
          <p:nvPr>
            <p:custDataLst>
              <p:tags r:id="rId1"/>
            </p:custDataLst>
          </p:nvPr>
        </p:nvSpPr>
        <p:spPr>
          <a:xfrm>
            <a:off x="3225959" y="-1906"/>
            <a:ext cx="8966200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38" y="0"/>
                </a:moveTo>
                <a:lnTo>
                  <a:pt x="0" y="21600"/>
                </a:lnTo>
                <a:lnTo>
                  <a:pt x="21600" y="21600"/>
                </a:lnTo>
                <a:cubicBezTo>
                  <a:pt x="21600" y="18000"/>
                  <a:pt x="21600" y="14400"/>
                  <a:pt x="21600" y="10800"/>
                </a:cubicBezTo>
                <a:cubicBezTo>
                  <a:pt x="21600" y="7200"/>
                  <a:pt x="21600" y="3600"/>
                  <a:pt x="21600" y="0"/>
                </a:cubicBezTo>
                <a:lnTo>
                  <a:pt x="9538" y="0"/>
                </a:lnTo>
                <a:close/>
              </a:path>
            </a:pathLst>
          </a:custGeom>
          <a:solidFill>
            <a:srgbClr val="1C1E22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" panose="02000000000000000000"/>
              <a:ea typeface="+mn-ea"/>
              <a:cs typeface="+mn-cs"/>
            </a:endParaRPr>
          </a:p>
        </p:txBody>
      </p:sp>
      <p:sp>
        <p:nvSpPr>
          <p:cNvPr id="25" name="Line"/>
          <p:cNvSpPr/>
          <p:nvPr>
            <p:custDataLst>
              <p:tags r:id="rId2"/>
            </p:custDataLst>
          </p:nvPr>
        </p:nvSpPr>
        <p:spPr>
          <a:xfrm flipV="1">
            <a:off x="3544" y="4845606"/>
            <a:ext cx="796156" cy="137898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6" name="Line"/>
          <p:cNvSpPr/>
          <p:nvPr>
            <p:custDataLst>
              <p:tags r:id="rId3"/>
            </p:custDataLst>
          </p:nvPr>
        </p:nvSpPr>
        <p:spPr>
          <a:xfrm flipV="1">
            <a:off x="9118236" y="6254371"/>
            <a:ext cx="347589" cy="60204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9" name="Line"/>
          <p:cNvSpPr/>
          <p:nvPr>
            <p:custDataLst>
              <p:tags r:id="rId4"/>
            </p:custDataLst>
          </p:nvPr>
        </p:nvSpPr>
        <p:spPr>
          <a:xfrm flipV="1">
            <a:off x="5406210" y="2033"/>
            <a:ext cx="624774" cy="1082139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30" name="Line"/>
          <p:cNvSpPr/>
          <p:nvPr>
            <p:custDataLst>
              <p:tags r:id="rId5"/>
            </p:custDataLst>
          </p:nvPr>
        </p:nvSpPr>
        <p:spPr>
          <a:xfrm flipV="1">
            <a:off x="5702177" y="-1916"/>
            <a:ext cx="455451" cy="788864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pic>
        <p:nvPicPr>
          <p:cNvPr id="5" name="图片 4" descr="校徽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1610" y="99060"/>
            <a:ext cx="1382395" cy="13823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786890" y="408305"/>
            <a:ext cx="59410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>
                <a:latin typeface="宋体" panose="02010600030101010101" pitchFamily="2" charset="-122"/>
                <a:ea typeface="宋体" panose="02010600030101010101" pitchFamily="2" charset="-122"/>
              </a:rPr>
              <a:t>detailed design</a:t>
            </a:r>
            <a:endParaRPr lang="en-US" altLang="zh-CN" sz="5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4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28295" y="1545590"/>
            <a:ext cx="11534775" cy="5377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84270" y="172910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en-US" sz="1200" b="1">
                <a:latin typeface="Times New Roman" panose="02020603050405020304" charset="0"/>
                <a:ea typeface="宋体" panose="02010600030101010101" pitchFamily="2" charset="-122"/>
              </a:rPr>
              <a:t>train request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Shape"/>
          <p:cNvSpPr/>
          <p:nvPr>
            <p:custDataLst>
              <p:tags r:id="rId1"/>
            </p:custDataLst>
          </p:nvPr>
        </p:nvSpPr>
        <p:spPr>
          <a:xfrm>
            <a:off x="3225959" y="-1906"/>
            <a:ext cx="8966200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38" y="0"/>
                </a:moveTo>
                <a:lnTo>
                  <a:pt x="0" y="21600"/>
                </a:lnTo>
                <a:lnTo>
                  <a:pt x="21600" y="21600"/>
                </a:lnTo>
                <a:cubicBezTo>
                  <a:pt x="21600" y="18000"/>
                  <a:pt x="21600" y="14400"/>
                  <a:pt x="21600" y="10800"/>
                </a:cubicBezTo>
                <a:cubicBezTo>
                  <a:pt x="21600" y="7200"/>
                  <a:pt x="21600" y="3600"/>
                  <a:pt x="21600" y="0"/>
                </a:cubicBezTo>
                <a:lnTo>
                  <a:pt x="9538" y="0"/>
                </a:lnTo>
                <a:close/>
              </a:path>
            </a:pathLst>
          </a:custGeom>
          <a:solidFill>
            <a:srgbClr val="1C1E22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" panose="02000000000000000000"/>
              <a:ea typeface="+mn-ea"/>
              <a:cs typeface="+mn-cs"/>
            </a:endParaRPr>
          </a:p>
        </p:txBody>
      </p:sp>
      <p:sp>
        <p:nvSpPr>
          <p:cNvPr id="25" name="Line"/>
          <p:cNvSpPr/>
          <p:nvPr>
            <p:custDataLst>
              <p:tags r:id="rId2"/>
            </p:custDataLst>
          </p:nvPr>
        </p:nvSpPr>
        <p:spPr>
          <a:xfrm flipV="1">
            <a:off x="3544" y="4845606"/>
            <a:ext cx="796156" cy="137898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6" name="Line"/>
          <p:cNvSpPr/>
          <p:nvPr>
            <p:custDataLst>
              <p:tags r:id="rId3"/>
            </p:custDataLst>
          </p:nvPr>
        </p:nvSpPr>
        <p:spPr>
          <a:xfrm flipV="1">
            <a:off x="9118236" y="6254371"/>
            <a:ext cx="347589" cy="60204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9" name="Line"/>
          <p:cNvSpPr/>
          <p:nvPr>
            <p:custDataLst>
              <p:tags r:id="rId4"/>
            </p:custDataLst>
          </p:nvPr>
        </p:nvSpPr>
        <p:spPr>
          <a:xfrm flipV="1">
            <a:off x="5406210" y="2033"/>
            <a:ext cx="624774" cy="1082139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30" name="Line"/>
          <p:cNvSpPr/>
          <p:nvPr>
            <p:custDataLst>
              <p:tags r:id="rId5"/>
            </p:custDataLst>
          </p:nvPr>
        </p:nvSpPr>
        <p:spPr>
          <a:xfrm flipV="1">
            <a:off x="5702177" y="-1916"/>
            <a:ext cx="455451" cy="788864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pic>
        <p:nvPicPr>
          <p:cNvPr id="5" name="图片 4" descr="校徽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1610" y="99060"/>
            <a:ext cx="1382395" cy="13823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755140" y="328930"/>
            <a:ext cx="5374005" cy="922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5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detailed design</a:t>
            </a:r>
            <a:endParaRPr lang="en-US" altLang="zh-CN" sz="5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1481455"/>
            <a:ext cx="12192635" cy="537464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3823970" y="164274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en-US" sz="1200" b="1">
                <a:latin typeface="Times New Roman" panose="02020603050405020304" charset="0"/>
                <a:ea typeface="宋体" panose="02010600030101010101" pitchFamily="2" charset="-122"/>
              </a:rPr>
              <a:t>positioning request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Shape"/>
          <p:cNvSpPr/>
          <p:nvPr>
            <p:custDataLst>
              <p:tags r:id="rId1"/>
            </p:custDataLst>
          </p:nvPr>
        </p:nvSpPr>
        <p:spPr>
          <a:xfrm>
            <a:off x="3225959" y="-1906"/>
            <a:ext cx="8966200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38" y="0"/>
                </a:moveTo>
                <a:lnTo>
                  <a:pt x="0" y="21600"/>
                </a:lnTo>
                <a:lnTo>
                  <a:pt x="21600" y="21600"/>
                </a:lnTo>
                <a:cubicBezTo>
                  <a:pt x="21600" y="18000"/>
                  <a:pt x="21600" y="14400"/>
                  <a:pt x="21600" y="10800"/>
                </a:cubicBezTo>
                <a:cubicBezTo>
                  <a:pt x="21600" y="7200"/>
                  <a:pt x="21600" y="3600"/>
                  <a:pt x="21600" y="0"/>
                </a:cubicBezTo>
                <a:lnTo>
                  <a:pt x="9538" y="0"/>
                </a:lnTo>
                <a:close/>
              </a:path>
            </a:pathLst>
          </a:custGeom>
          <a:solidFill>
            <a:srgbClr val="1C1E22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" panose="02000000000000000000"/>
              <a:ea typeface="+mn-ea"/>
              <a:cs typeface="+mn-cs"/>
            </a:endParaRPr>
          </a:p>
        </p:txBody>
      </p:sp>
      <p:sp>
        <p:nvSpPr>
          <p:cNvPr id="25" name="Line"/>
          <p:cNvSpPr/>
          <p:nvPr>
            <p:custDataLst>
              <p:tags r:id="rId2"/>
            </p:custDataLst>
          </p:nvPr>
        </p:nvSpPr>
        <p:spPr>
          <a:xfrm flipV="1">
            <a:off x="3544" y="4845606"/>
            <a:ext cx="796156" cy="137898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6" name="Line"/>
          <p:cNvSpPr/>
          <p:nvPr>
            <p:custDataLst>
              <p:tags r:id="rId3"/>
            </p:custDataLst>
          </p:nvPr>
        </p:nvSpPr>
        <p:spPr>
          <a:xfrm flipV="1">
            <a:off x="9118236" y="6254371"/>
            <a:ext cx="347589" cy="60204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9" name="Line"/>
          <p:cNvSpPr/>
          <p:nvPr>
            <p:custDataLst>
              <p:tags r:id="rId4"/>
            </p:custDataLst>
          </p:nvPr>
        </p:nvSpPr>
        <p:spPr>
          <a:xfrm flipV="1">
            <a:off x="5406210" y="2033"/>
            <a:ext cx="624774" cy="1082139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30" name="Line"/>
          <p:cNvSpPr/>
          <p:nvPr>
            <p:custDataLst>
              <p:tags r:id="rId5"/>
            </p:custDataLst>
          </p:nvPr>
        </p:nvSpPr>
        <p:spPr>
          <a:xfrm flipV="1">
            <a:off x="5702177" y="-1916"/>
            <a:ext cx="455451" cy="788864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pic>
        <p:nvPicPr>
          <p:cNvPr id="5" name="图片 4" descr="校徽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1610" y="99060"/>
            <a:ext cx="1382395" cy="138239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294765" y="447040"/>
            <a:ext cx="88480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en-US" sz="5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interface specification</a:t>
            </a:r>
            <a:endParaRPr lang="zh-CN" altLang="en-US" sz="5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7430" y="2217420"/>
            <a:ext cx="199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doc</a:t>
            </a:r>
            <a:endParaRPr lang="en-US" altLang="zh-CN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Shape"/>
          <p:cNvSpPr/>
          <p:nvPr>
            <p:custDataLst>
              <p:tags r:id="rId1"/>
            </p:custDataLst>
          </p:nvPr>
        </p:nvSpPr>
        <p:spPr>
          <a:xfrm>
            <a:off x="3225959" y="-1906"/>
            <a:ext cx="8966200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38" y="0"/>
                </a:moveTo>
                <a:lnTo>
                  <a:pt x="0" y="21600"/>
                </a:lnTo>
                <a:lnTo>
                  <a:pt x="21600" y="21600"/>
                </a:lnTo>
                <a:cubicBezTo>
                  <a:pt x="21600" y="18000"/>
                  <a:pt x="21600" y="14400"/>
                  <a:pt x="21600" y="10800"/>
                </a:cubicBezTo>
                <a:cubicBezTo>
                  <a:pt x="21600" y="7200"/>
                  <a:pt x="21600" y="3600"/>
                  <a:pt x="21600" y="0"/>
                </a:cubicBezTo>
                <a:lnTo>
                  <a:pt x="9538" y="0"/>
                </a:lnTo>
                <a:close/>
              </a:path>
            </a:pathLst>
          </a:custGeom>
          <a:solidFill>
            <a:srgbClr val="1C1E22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" panose="02000000000000000000"/>
              <a:ea typeface="+mn-ea"/>
              <a:cs typeface="+mn-cs"/>
            </a:endParaRPr>
          </a:p>
        </p:txBody>
      </p:sp>
      <p:sp>
        <p:nvSpPr>
          <p:cNvPr id="25" name="Line"/>
          <p:cNvSpPr/>
          <p:nvPr>
            <p:custDataLst>
              <p:tags r:id="rId2"/>
            </p:custDataLst>
          </p:nvPr>
        </p:nvSpPr>
        <p:spPr>
          <a:xfrm flipV="1">
            <a:off x="3544" y="4845606"/>
            <a:ext cx="796156" cy="137898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6" name="Line"/>
          <p:cNvSpPr/>
          <p:nvPr>
            <p:custDataLst>
              <p:tags r:id="rId3"/>
            </p:custDataLst>
          </p:nvPr>
        </p:nvSpPr>
        <p:spPr>
          <a:xfrm flipV="1">
            <a:off x="9118236" y="6254371"/>
            <a:ext cx="347589" cy="60204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9" name="Line"/>
          <p:cNvSpPr/>
          <p:nvPr>
            <p:custDataLst>
              <p:tags r:id="rId4"/>
            </p:custDataLst>
          </p:nvPr>
        </p:nvSpPr>
        <p:spPr>
          <a:xfrm flipV="1">
            <a:off x="5406210" y="2033"/>
            <a:ext cx="624774" cy="1082139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30" name="Line"/>
          <p:cNvSpPr/>
          <p:nvPr>
            <p:custDataLst>
              <p:tags r:id="rId5"/>
            </p:custDataLst>
          </p:nvPr>
        </p:nvSpPr>
        <p:spPr>
          <a:xfrm flipV="1">
            <a:off x="5702177" y="-1916"/>
            <a:ext cx="455451" cy="788864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pic>
        <p:nvPicPr>
          <p:cNvPr id="5" name="图片 4" descr="校徽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1610" y="99060"/>
            <a:ext cx="1382395" cy="13823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682115" y="403225"/>
            <a:ext cx="68510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>
                <a:latin typeface="宋体" panose="02010600030101010101" pitchFamily="2" charset="-122"/>
                <a:ea typeface="宋体" panose="02010600030101010101" pitchFamily="2" charset="-122"/>
              </a:rPr>
              <a:t>code</a:t>
            </a:r>
            <a:endParaRPr lang="en-US" altLang="zh-CN" sz="5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208405" y="2113280"/>
            <a:ext cx="779843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32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trainModels(mapid</a:t>
            </a:r>
            <a:r>
              <a:rPr lang="zh-CN" sz="32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32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sdb)</a:t>
            </a:r>
            <a:endParaRPr lang="en-US" sz="32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/>
            <a:endParaRPr lang="en-US" sz="32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/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determineLocation(rss，sdb)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Shape"/>
          <p:cNvSpPr/>
          <p:nvPr>
            <p:custDataLst>
              <p:tags r:id="rId1"/>
            </p:custDataLst>
          </p:nvPr>
        </p:nvSpPr>
        <p:spPr>
          <a:xfrm>
            <a:off x="3225959" y="-1906"/>
            <a:ext cx="8966200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38" y="0"/>
                </a:moveTo>
                <a:lnTo>
                  <a:pt x="0" y="21600"/>
                </a:lnTo>
                <a:lnTo>
                  <a:pt x="21600" y="21600"/>
                </a:lnTo>
                <a:cubicBezTo>
                  <a:pt x="21600" y="18000"/>
                  <a:pt x="21600" y="14400"/>
                  <a:pt x="21600" y="10800"/>
                </a:cubicBezTo>
                <a:cubicBezTo>
                  <a:pt x="21600" y="7200"/>
                  <a:pt x="21600" y="3600"/>
                  <a:pt x="21600" y="0"/>
                </a:cubicBezTo>
                <a:lnTo>
                  <a:pt x="9538" y="0"/>
                </a:lnTo>
                <a:close/>
              </a:path>
            </a:pathLst>
          </a:custGeom>
          <a:solidFill>
            <a:srgbClr val="1C1E22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" panose="02000000000000000000"/>
              <a:ea typeface="+mn-ea"/>
              <a:cs typeface="+mn-cs"/>
            </a:endParaRPr>
          </a:p>
        </p:txBody>
      </p:sp>
      <p:sp>
        <p:nvSpPr>
          <p:cNvPr id="25" name="Line"/>
          <p:cNvSpPr/>
          <p:nvPr>
            <p:custDataLst>
              <p:tags r:id="rId2"/>
            </p:custDataLst>
          </p:nvPr>
        </p:nvSpPr>
        <p:spPr>
          <a:xfrm flipV="1">
            <a:off x="3544" y="4845606"/>
            <a:ext cx="796156" cy="137898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6" name="Line"/>
          <p:cNvSpPr/>
          <p:nvPr>
            <p:custDataLst>
              <p:tags r:id="rId3"/>
            </p:custDataLst>
          </p:nvPr>
        </p:nvSpPr>
        <p:spPr>
          <a:xfrm flipV="1">
            <a:off x="9118236" y="6254371"/>
            <a:ext cx="347589" cy="60204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9" name="Line"/>
          <p:cNvSpPr/>
          <p:nvPr>
            <p:custDataLst>
              <p:tags r:id="rId4"/>
            </p:custDataLst>
          </p:nvPr>
        </p:nvSpPr>
        <p:spPr>
          <a:xfrm flipV="1">
            <a:off x="5406210" y="2033"/>
            <a:ext cx="624774" cy="1082139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30" name="Line"/>
          <p:cNvSpPr/>
          <p:nvPr>
            <p:custDataLst>
              <p:tags r:id="rId5"/>
            </p:custDataLst>
          </p:nvPr>
        </p:nvSpPr>
        <p:spPr>
          <a:xfrm flipV="1">
            <a:off x="5702177" y="-1916"/>
            <a:ext cx="455451" cy="788864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pic>
        <p:nvPicPr>
          <p:cNvPr id="5" name="图片 4" descr="校徽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1610" y="99060"/>
            <a:ext cx="1382395" cy="138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QQ图片2020051811405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383665" y="1733550"/>
            <a:ext cx="9305290" cy="417258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Shape"/>
          <p:cNvSpPr/>
          <p:nvPr>
            <p:custDataLst>
              <p:tags r:id="rId1"/>
            </p:custDataLst>
          </p:nvPr>
        </p:nvSpPr>
        <p:spPr>
          <a:xfrm>
            <a:off x="3225959" y="-1906"/>
            <a:ext cx="8966200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38" y="0"/>
                </a:moveTo>
                <a:lnTo>
                  <a:pt x="0" y="21600"/>
                </a:lnTo>
                <a:lnTo>
                  <a:pt x="21600" y="21600"/>
                </a:lnTo>
                <a:cubicBezTo>
                  <a:pt x="21600" y="18000"/>
                  <a:pt x="21600" y="14400"/>
                  <a:pt x="21600" y="10800"/>
                </a:cubicBezTo>
                <a:cubicBezTo>
                  <a:pt x="21600" y="7200"/>
                  <a:pt x="21600" y="3600"/>
                  <a:pt x="21600" y="0"/>
                </a:cubicBezTo>
                <a:lnTo>
                  <a:pt x="9538" y="0"/>
                </a:lnTo>
                <a:close/>
              </a:path>
            </a:pathLst>
          </a:custGeom>
          <a:solidFill>
            <a:srgbClr val="1C1E22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" panose="02000000000000000000"/>
              <a:ea typeface="+mn-ea"/>
              <a:cs typeface="+mn-cs"/>
            </a:endParaRPr>
          </a:p>
        </p:txBody>
      </p:sp>
      <p:sp>
        <p:nvSpPr>
          <p:cNvPr id="25" name="Line"/>
          <p:cNvSpPr/>
          <p:nvPr>
            <p:custDataLst>
              <p:tags r:id="rId2"/>
            </p:custDataLst>
          </p:nvPr>
        </p:nvSpPr>
        <p:spPr>
          <a:xfrm flipV="1">
            <a:off x="3544" y="4845606"/>
            <a:ext cx="796156" cy="137898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6" name="Line"/>
          <p:cNvSpPr/>
          <p:nvPr>
            <p:custDataLst>
              <p:tags r:id="rId3"/>
            </p:custDataLst>
          </p:nvPr>
        </p:nvSpPr>
        <p:spPr>
          <a:xfrm flipV="1">
            <a:off x="9118236" y="6254371"/>
            <a:ext cx="347589" cy="602042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9" name="Line"/>
          <p:cNvSpPr/>
          <p:nvPr>
            <p:custDataLst>
              <p:tags r:id="rId4"/>
            </p:custDataLst>
          </p:nvPr>
        </p:nvSpPr>
        <p:spPr>
          <a:xfrm flipV="1">
            <a:off x="5406210" y="2033"/>
            <a:ext cx="624774" cy="1082139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30" name="Line"/>
          <p:cNvSpPr/>
          <p:nvPr>
            <p:custDataLst>
              <p:tags r:id="rId5"/>
            </p:custDataLst>
          </p:nvPr>
        </p:nvSpPr>
        <p:spPr>
          <a:xfrm flipV="1">
            <a:off x="5702177" y="-1916"/>
            <a:ext cx="455451" cy="788864"/>
          </a:xfrm>
          <a:prstGeom prst="line">
            <a:avLst/>
          </a:prstGeom>
          <a:ln w="12700">
            <a:solidFill>
              <a:srgbClr val="1C1E22">
                <a:alpha val="15347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latin typeface="Roboto Light"/>
                <a:ea typeface="Roboto Light"/>
                <a:cs typeface="Roboto Light"/>
                <a:sym typeface="Roboto Light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C1E22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pic>
        <p:nvPicPr>
          <p:cNvPr id="5" name="图片 4" descr="校徽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1610" y="99060"/>
            <a:ext cx="1382395" cy="138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QQ图片2020051811410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6800" y="2072005"/>
            <a:ext cx="10058400" cy="319405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2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2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TEMPLATE_THUMBS_INDEX" val="1、4、7、9、12、13、18、21、22、24、25、28、35、38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422"/>
</p:tagLst>
</file>

<file path=ppt/tags/tag142.xml><?xml version="1.0" encoding="utf-8"?>
<p:tagLst xmlns:p="http://schemas.openxmlformats.org/presentationml/2006/main">
  <p:tag name="REFSHAPE" val="1138184060"/>
  <p:tag name="KSO_WM_UNIT_PLACING_PICTURE_USER_VIEWPORT" val="{&quot;height&quot;:2177,&quot;width&quot;:2177}"/>
</p:tagLst>
</file>

<file path=ppt/tags/tag143.xml><?xml version="1.0" encoding="utf-8"?>
<p:tagLst xmlns:p="http://schemas.openxmlformats.org/presentationml/2006/main">
  <p:tag name="KSO_WM_TEMPLATE_THUMBS_INDEX" val="1、4、7、9、12、13、18、21、22、24、25、28、35、38"/>
  <p:tag name="KSO_WM_SLIDE_ID" val="custom20204422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4422"/>
  <p:tag name="KSO_WM_SLIDE_LAYOUT" val="a_b"/>
  <p:tag name="KSO_WM_SLIDE_LAYOUT_CNT" val="1_3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138_1*i*1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138_1*i*2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138_1*i*3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138_1*i*5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1138_1*i*6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REFSHAPE" val="1138184060"/>
  <p:tag name="KSO_WM_UNIT_PLACING_PICTURE_USER_VIEWPORT" val="{&quot;height&quot;:2177,&quot;width&quot;:2177}"/>
</p:tagLst>
</file>

<file path=ppt/tags/tag150.xml><?xml version="1.0" encoding="utf-8"?>
<p:tagLst xmlns:p="http://schemas.openxmlformats.org/presentationml/2006/main">
  <p:tag name="REFSHAPE" val="665480980"/>
  <p:tag name="KSO_WM_UNIT_PLACING_PICTURE_USER_VIEWPORT" val="{&quot;height&quot;:4671,&quot;width&quot;:13008}"/>
</p:tagLst>
</file>

<file path=ppt/tags/tag151.xml><?xml version="1.0" encoding="utf-8"?>
<p:tagLst xmlns:p="http://schemas.openxmlformats.org/presentationml/2006/main">
  <p:tag name="KSO_WM_BEAUTIFY_FLAG" val="#wm#"/>
  <p:tag name="KSO_WM_TEMPLATE_CATEGORY" val="diagram"/>
  <p:tag name="KSO_WM_TEMPLATE_INDEX" val="20201138"/>
  <p:tag name="KSO_WM_SLIDE_ID" val="diagram20201138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SLIDE_LAYOUT" val="a_d_f_k"/>
  <p:tag name="KSO_WM_SLIDE_LAYOUT_CNT" val="1_1_1_1"/>
  <p:tag name="KSO_WM_SLIDE_TYPE" val="text"/>
  <p:tag name="KSO_WM_SLIDE_SUBTYPE" val="picTxt"/>
  <p:tag name="KSO_WM_SLIDE_SIZE" val="960*540"/>
  <p:tag name="KSO_WM_SLIDE_POSITION" val="0*0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138_1*i*1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138_1*i*2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138_1*i*3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138_1*i*5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1138_1*i*6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REFSHAPE" val="1138184060"/>
  <p:tag name="KSO_WM_UNIT_PLACING_PICTURE_USER_VIEWPORT" val="{&quot;height&quot;:2177,&quot;width&quot;:2177}"/>
</p:tagLst>
</file>

<file path=ppt/tags/tag158.xml><?xml version="1.0" encoding="utf-8"?>
<p:tagLst xmlns:p="http://schemas.openxmlformats.org/presentationml/2006/main">
  <p:tag name="REFSHAPE" val="665485196"/>
  <p:tag name="KSO_WM_UNIT_PLACING_PICTURE_USER_VIEWPORT" val="{&quot;height&quot;:4534,&quot;width&quot;:8306}"/>
</p:tagLst>
</file>

<file path=ppt/tags/tag159.xml><?xml version="1.0" encoding="utf-8"?>
<p:tagLst xmlns:p="http://schemas.openxmlformats.org/presentationml/2006/main">
  <p:tag name="KSO_WM_BEAUTIFY_FLAG" val="#wm#"/>
  <p:tag name="KSO_WM_TEMPLATE_CATEGORY" val="diagram"/>
  <p:tag name="KSO_WM_TEMPLATE_INDEX" val="20201138"/>
  <p:tag name="KSO_WM_SLIDE_ID" val="diagram20201138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SLIDE_LAYOUT" val="a_d_f_k"/>
  <p:tag name="KSO_WM_SLIDE_LAYOUT_CNT" val="1_1_1_1"/>
  <p:tag name="KSO_WM_SLIDE_TYPE" val="text"/>
  <p:tag name="KSO_WM_SLIDE_SUBTYPE" val="picTxt"/>
  <p:tag name="KSO_WM_SLIDE_SIZE" val="960*540"/>
  <p:tag name="KSO_WM_SLIDE_POSITION" val="0*0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138_1*i*1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138_1*i*2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138_1*i*3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138_1*i*5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1138_1*i*6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REFSHAPE" val="1138184060"/>
  <p:tag name="KSO_WM_UNIT_PLACING_PICTURE_USER_VIEWPORT" val="{&quot;height&quot;:2177,&quot;width&quot;:2177}"/>
</p:tagLst>
</file>

<file path=ppt/tags/tag166.xml><?xml version="1.0" encoding="utf-8"?>
<p:tagLst xmlns:p="http://schemas.openxmlformats.org/presentationml/2006/main">
  <p:tag name="KSO_WM_BEAUTIFY_FLAG" val="#wm#"/>
  <p:tag name="KSO_WM_TEMPLATE_CATEGORY" val="diagram"/>
  <p:tag name="KSO_WM_TEMPLATE_INDEX" val="20201138"/>
  <p:tag name="KSO_WM_SLIDE_ID" val="diagram20201138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SLIDE_LAYOUT" val="a_d_f_k"/>
  <p:tag name="KSO_WM_SLIDE_LAYOUT_CNT" val="1_1_1_1"/>
  <p:tag name="KSO_WM_SLIDE_TYPE" val="text"/>
  <p:tag name="KSO_WM_SLIDE_SUBTYPE" val="picTxt"/>
  <p:tag name="KSO_WM_SLIDE_SIZE" val="960*540"/>
  <p:tag name="KSO_WM_SLIDE_POSITION" val="0*0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138_1*i*1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138_1*i*2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138_1*i*3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138_1*i*5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1138_1*i*6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REFSHAPE" val="1138184060"/>
  <p:tag name="KSO_WM_UNIT_PLACING_PICTURE_USER_VIEWPORT" val="{&quot;height&quot;:2177,&quot;width&quot;:2177}"/>
</p:tagLst>
</file>

<file path=ppt/tags/tag173.xml><?xml version="1.0" encoding="utf-8"?>
<p:tagLst xmlns:p="http://schemas.openxmlformats.org/presentationml/2006/main">
  <p:tag name="KSO_WM_BEAUTIFY_FLAG" val="#wm#"/>
  <p:tag name="KSO_WM_TEMPLATE_CATEGORY" val="diagram"/>
  <p:tag name="KSO_WM_TEMPLATE_INDEX" val="20201138"/>
  <p:tag name="KSO_WM_SLIDE_ID" val="diagram20201138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SLIDE_LAYOUT" val="a_d_f_k"/>
  <p:tag name="KSO_WM_SLIDE_LAYOUT_CNT" val="1_1_1_1"/>
  <p:tag name="KSO_WM_SLIDE_TYPE" val="text"/>
  <p:tag name="KSO_WM_SLIDE_SUBTYPE" val="picTxt"/>
  <p:tag name="KSO_WM_SLIDE_SIZE" val="960*540"/>
  <p:tag name="KSO_WM_SLIDE_POSITION" val="0*0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138_1*i*1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138_1*i*2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138_1*i*3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138_1*i*5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1138_1*i*6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REFSHAPE" val="1138184060"/>
  <p:tag name="KSO_WM_UNIT_PLACING_PICTURE_USER_VIEWPORT" val="{&quot;height&quot;:2177,&quot;width&quot;:2177}"/>
</p:tagLst>
</file>

<file path=ppt/tags/tag180.xml><?xml version="1.0" encoding="utf-8"?>
<p:tagLst xmlns:p="http://schemas.openxmlformats.org/presentationml/2006/main">
  <p:tag name="REFSHAPE" val="578258604"/>
  <p:tag name="KSO_WM_UNIT_PLACING_PICTURE_USER_VIEWPORT" val="{&quot;height&quot;:5340,&quot;width&quot;:9075}"/>
</p:tagLst>
</file>

<file path=ppt/tags/tag181.xml><?xml version="1.0" encoding="utf-8"?>
<p:tagLst xmlns:p="http://schemas.openxmlformats.org/presentationml/2006/main">
  <p:tag name="KSO_WM_BEAUTIFY_FLAG" val="#wm#"/>
  <p:tag name="KSO_WM_TEMPLATE_CATEGORY" val="diagram"/>
  <p:tag name="KSO_WM_TEMPLATE_INDEX" val="20201138"/>
  <p:tag name="KSO_WM_SLIDE_ID" val="diagram20201138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SLIDE_LAYOUT" val="a_d_f_k"/>
  <p:tag name="KSO_WM_SLIDE_LAYOUT_CNT" val="1_1_1_1"/>
  <p:tag name="KSO_WM_SLIDE_TYPE" val="text"/>
  <p:tag name="KSO_WM_SLIDE_SUBTYPE" val="picTxt"/>
  <p:tag name="KSO_WM_SLIDE_SIZE" val="960*540"/>
  <p:tag name="KSO_WM_SLIDE_POSITION" val="0*0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138_1*i*1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138_1*i*2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138_1*i*3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138_1*i*5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1138_1*i*6"/>
  <p:tag name="KSO_WM_TEMPLATE_CATEGORY" val="diagram"/>
  <p:tag name="KSO_WM_TEMPLATE_INDEX" val="20201138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REFSHAPE" val="1138184060"/>
  <p:tag name="KSO_WM_UNIT_PLACING_PICTURE_USER_VIEWPORT" val="{&quot;height&quot;:2177,&quot;width&quot;:2177}"/>
</p:tagLst>
</file>

<file path=ppt/tags/tag188.xml><?xml version="1.0" encoding="utf-8"?>
<p:tagLst xmlns:p="http://schemas.openxmlformats.org/presentationml/2006/main">
  <p:tag name="REFSHAPE" val="574407940"/>
  <p:tag name="KSO_WM_UNIT_PLACING_PICTURE_USER_VIEWPORT" val="{&quot;height&quot;:4273,&quot;width&quot;:15840}"/>
</p:tagLst>
</file>

<file path=ppt/tags/tag189.xml><?xml version="1.0" encoding="utf-8"?>
<p:tagLst xmlns:p="http://schemas.openxmlformats.org/presentationml/2006/main">
  <p:tag name="KSO_WM_BEAUTIFY_FLAG" val="#wm#"/>
  <p:tag name="KSO_WM_TEMPLATE_CATEGORY" val="diagram"/>
  <p:tag name="KSO_WM_TEMPLATE_INDEX" val="20201138"/>
  <p:tag name="KSO_WM_SLIDE_ID" val="diagram20201138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SLIDE_LAYOUT" val="a_d_f_k"/>
  <p:tag name="KSO_WM_SLIDE_LAYOUT_CNT" val="1_1_1_1"/>
  <p:tag name="KSO_WM_SLIDE_TYPE" val="text"/>
  <p:tag name="KSO_WM_SLIDE_SUBTYPE" val="picTxt"/>
  <p:tag name="KSO_WM_SLIDE_SIZE" val="960*540"/>
  <p:tag name="KSO_WM_SLIDE_POSITION" val="0*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262">
      <a:dk1>
        <a:srgbClr val="000000"/>
      </a:dk1>
      <a:lt1>
        <a:srgbClr val="FFFFFF"/>
      </a:lt1>
      <a:dk2>
        <a:srgbClr val="ECEEEF"/>
      </a:dk2>
      <a:lt2>
        <a:srgbClr val="FCFDFD"/>
      </a:lt2>
      <a:accent1>
        <a:srgbClr val="76D4F6"/>
      </a:accent1>
      <a:accent2>
        <a:srgbClr val="9EC0FC"/>
      </a:accent2>
      <a:accent3>
        <a:srgbClr val="BEB3FF"/>
      </a:accent3>
      <a:accent4>
        <a:srgbClr val="67593B"/>
      </a:accent4>
      <a:accent5>
        <a:srgbClr val="7B4D3F"/>
      </a:accent5>
      <a:accent6>
        <a:srgbClr val="7B4651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WPS 演示</Application>
  <PresentationFormat>宽屏</PresentationFormat>
  <Paragraphs>23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汉仪旗黑-85S</vt:lpstr>
      <vt:lpstr>黑体</vt:lpstr>
      <vt:lpstr>Roboto</vt:lpstr>
      <vt:lpstr>Roboto Light</vt:lpstr>
      <vt:lpstr>Times New Roman</vt:lpstr>
      <vt:lpstr>Arial Unicode MS</vt:lpstr>
      <vt:lpstr>Calibri</vt:lpstr>
      <vt:lpstr>Verdana</vt:lpstr>
      <vt:lpstr>Segoe Print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筱雨</cp:lastModifiedBy>
  <cp:revision>6</cp:revision>
  <dcterms:created xsi:type="dcterms:W3CDTF">2020-04-13T04:37:00Z</dcterms:created>
  <dcterms:modified xsi:type="dcterms:W3CDTF">2020-05-18T03:42:54Z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