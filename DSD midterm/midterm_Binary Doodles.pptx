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EF1A-A838-43F8-B225-08E4F94E5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FB667-DF52-4038-B234-3C1A28191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F47BB-94BB-4E3D-9C61-937095D4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99DE1-4686-495B-973F-536E7839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13572-7543-4131-8A8B-DB3907485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368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FCE4-2960-4A74-9AE0-741CBA9E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6E298-3915-4BBD-BFC5-DC53FC61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0EC77-0706-4CF2-BCCD-864911DC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79C5-4C86-4AC1-B0FD-5C76CF75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5DF60-DCD4-48BB-BE69-7A21F3E5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8220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CA88-726E-484C-A30E-76D41D5C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5A986-88D1-43B8-A601-D3E0151AB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C3387-9A41-4C53-A6A3-095C775C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19F58-7980-4394-917A-423B8464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EB7EE-E1B1-47AE-9A69-0E32E351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875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B406-D768-4E80-AC24-07820ED7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EA4AC-223F-4485-93E0-0E694DEF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4D78C-2EAB-4469-A281-A7B3EB6C6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32F78-66FD-4189-AF7B-37504242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85CA0-0892-41E9-9792-3D34FB2A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53E34-CA0D-422B-B651-1967AC50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208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E5CD-9086-4705-83EF-11154C1A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D07D4-E994-45CC-AEDE-018F5CA7E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3E40B-93E7-4ED8-B025-657D593D1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2109F-B427-41D8-B332-A68F2E1436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5EDF1-5C3A-430F-9C4A-4BED88207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4EE9A-8E81-4DF8-A7F0-6672C7BC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427B9-932D-4685-BEC6-E8EDB45B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67FF4-F8C2-4237-937A-8AA0D674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522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1A03-18BA-4B27-A734-BA4200D9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35A8B7-3D1D-47E6-BF14-46DE2BF1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6CCF2-6254-4630-BCFB-54637DB4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BF8C9-1AE3-4F58-919C-74BD80DD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530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7744A-CD33-41E4-9742-E447D78D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4FA64-1A4F-416C-BBC6-DBB81E77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CEC86-5255-4D70-9294-FB8C7AE3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6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401D-FFEA-4A7E-8674-23A90A174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9AF7-03B1-469C-BF7F-CA08895BE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2AE9A-62E4-4987-9B2E-33475A0F5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3BA10-BF6D-4803-ADA9-443387D8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FE1A5-649A-4E33-B8C4-2890C6A3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DCE1C-5FAE-4EC0-BC47-7C88864C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394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C4CF-9F04-42E1-AD33-AF98B65D9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2F0C0-47C5-4CEC-AB6F-87B2CC649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BE6F5-3969-4636-B391-90B92AE4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85087-DD8A-4DBB-9EE2-5EEC61D0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5B23D-7095-4A00-BD92-30B0717C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E719F-A8EA-4F73-B7A7-8B21E21E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351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0E07-F278-4275-809A-F6950137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89D5C-1FEE-4402-A0D1-45C7A4840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0022-A64B-4366-B97F-E87FC75C2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6A602-2DCF-487B-8CDC-C99CC0BB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D1750-40B9-42ED-A542-C6E9EA07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250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B40E18-25AF-436C-8AD9-A9621AC69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B969F-8707-43A9-998F-DF8898B22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E2A84-5FC4-42F3-BAAE-5C393958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FBA7A-EB5B-4643-890B-9CD59D85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C3815-FAA7-475C-A078-8B357451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339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9564A-283F-4502-8D9A-F65F9716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31086-02F0-4123-8ACD-6E3F575E7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B79E2-82AE-4942-BB40-67BD3B254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19905-57AB-4EC6-BEC3-62D115833E51}" type="datetimeFigureOut">
              <a:rPr lang="pt-PT" smtClean="0"/>
              <a:t>18/05/2020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75B2B-A340-408E-B6B8-BDDFD4C10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E4554-B521-459F-B3ED-AC577DAAF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843A2-A727-4108-893A-03E62370C6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918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54CA-FE9B-4372-9790-8805707366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3A0BD-E25B-4331-A7AF-FF1E23D2B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Picture 4" descr="A picture containing bird, flower&#10;&#10;Description automatically generated">
            <a:extLst>
              <a:ext uri="{FF2B5EF4-FFF2-40B4-BE49-F238E27FC236}">
                <a16:creationId xmlns:a16="http://schemas.microsoft.com/office/drawing/2014/main" id="{1D0C4E53-582B-4FAE-B758-CD220C887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4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C151D75-13AE-42B0-8700-7E4F78466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2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388F14A7-6010-481E-B4AB-6F69E037C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2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A0D6D32-D0D2-47EC-B611-4DD3B6130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4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BEF77C6-79CF-4868-8DB7-FF72BA761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2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D0D118B-00EF-4D73-8334-2AFE99B17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D5219D3-349B-4E80-8E90-A149C5EA1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9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device&#10;&#10;Description automatically generated">
            <a:extLst>
              <a:ext uri="{FF2B5EF4-FFF2-40B4-BE49-F238E27FC236}">
                <a16:creationId xmlns:a16="http://schemas.microsoft.com/office/drawing/2014/main" id="{CFDDC41B-A505-4437-8603-37B3E9075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4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ird&#10;&#10;Description automatically generated">
            <a:extLst>
              <a:ext uri="{FF2B5EF4-FFF2-40B4-BE49-F238E27FC236}">
                <a16:creationId xmlns:a16="http://schemas.microsoft.com/office/drawing/2014/main" id="{39279069-FD16-4106-AA45-3DF711AE5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5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30964B1-7D56-404B-A919-32479AB8A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1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176A56DA-DD97-41DF-98DE-A01EBB7CD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79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Cátia Machado</dc:creator>
  <cp:lastModifiedBy>Cátia Machado</cp:lastModifiedBy>
  <cp:revision>2</cp:revision>
  <dcterms:created xsi:type="dcterms:W3CDTF">2020-05-18T16:42:11Z</dcterms:created>
  <dcterms:modified xsi:type="dcterms:W3CDTF">2020-05-18T21:09:48Z</dcterms:modified>
</cp:coreProperties>
</file>